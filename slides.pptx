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651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Sentinel is a near-real-time detection pipeline for the blind spot traditional security has — CI pods, spot instances, assumed-role sessions, gone before the daily scan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daily scan literally cannot see a pod that lived 11 minutes at 3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four canonical incidents drive every design decision and every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your simulated attacks are trivially separable, your metrics prove nothing. This is the discipline most submissions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two real populations from our data. Most teams cheat by making attacks bigger or faster — we refuse that shortcut; confusability is enforced at generation time.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the order — we score AFTER clustering, never before. Three low-scoring events can be one high-risk incident together. Option A (ML+LLM) is the spine, B (statistics) the pre-filter, C (rules) the always-on tripwires.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Ephemeral identities have no history, so we baseline the cohort, not the identity. An identity that fits no cohort is itself the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chain unfolds over minutes and across CloudTrail + IdP. The entity graph links it; a time-window cluster cannot. Recall 84% → 100%, alerts −89%.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LLM is the last mile — it turns a scored incident into something an analyst can act on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optimize the ranked queue an analyst works top-down, not a single global threshold. That is the brief's prescribed risk-quality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4,638 raw flags collapse to 529 correlated incidents — an 89% alert reduction. This is the alert-fatigue problem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wins trust. Volunteer the hard questions before the judges ask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demo — let the replay simulation show detection beating the next daily scan by 17.9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SOCIÉTÉ GÉNÉRALE HACKATHON  ·  CLOUD SECURITY GOVERNANCE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146304" cy="2194560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1D1D1B"/>
                </a:solidFill>
                <a:latin typeface="Calibri"/>
              </a:rPr>
              <a:t>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20040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606060"/>
                </a:solidFill>
                <a:latin typeface="Calibri"/>
              </a:rPr>
              <a:t>Ephemeral Cloud &amp; Kubernetes Resource Risk Detection — catching risk in resources that live for minutes and vanish before a scan sees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8920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60028"/>
                </a:solidFill>
                <a:latin typeface="Calibri"/>
              </a:rPr>
              <a:t>Track: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8920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1D1B"/>
                </a:solidFill>
                <a:latin typeface="Calibri"/>
              </a:rPr>
              <a:t>Cloud Security Governance &amp;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760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60028"/>
                </a:solidFill>
                <a:latin typeface="Calibri"/>
              </a:rPr>
              <a:t>Live demo: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5276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1D1B"/>
                </a:solidFill>
                <a:latin typeface="Calibri"/>
              </a:rPr>
              <a:t>sentinel-rho-sooty.vercel.app/app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66013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60028"/>
                </a:solidFill>
                <a:latin typeface="Calibri"/>
              </a:rPr>
              <a:t>Repo: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660136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1D1B"/>
                </a:solidFill>
                <a:latin typeface="Calibri"/>
              </a:rPr>
              <a:t>github.com/pavannaik2004/Sentinel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BLIND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Traditional security assumes stable assets. Ephemeral reality breaks every assumption.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828800"/>
          <a:ext cx="9966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Traditional assumption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Ephemeral reality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Inventory synced daily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Assets exist for minutes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Alert maps to a durable resource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Resource gone before triage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Identities are long-lived, baselineable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Sessions have 15-min TTLs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Alert volume is manageable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Autoscaling floods thousands of look-alikes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FOUR REAL INCIDENTS, REAL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Four real incidents, real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Crypto-mining via a compromised CI account — 20 spot VMs at 3 AM → $14k in 90 min, zero alerts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Debug pod with NodePort open to 0.0.0.0/0 — exploited in 11 minutes, then died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Assumed-role session reads PII from S3 — expired in 15 min, never linked to its Lambda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Autoscaler burst of 40 pods — 40 false alerts buried one real credential-abuse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WHY IT'S GENUINELY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Every hard case is a pair of look-alikes: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40 pods in 2 minutes → autoscale or hijack?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Untagged spot VM, public IP → misconfigured CI or attacker staging?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Assumed-role hits S3 at 3 AM → scheduled Lambda or stolen credential?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At the event level, the attack and its benign twin are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THESIS, IN ONE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Same burst rate (left). Only context separates them (right). Detect on context, not events.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nfus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199423"/>
            <a:ext cx="9052560" cy="3693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D1D1B"/>
                </a:solidFill>
                <a:latin typeface="Calibri"/>
              </a:rPr>
              <a:t>ingest → enrich → detect → cluster → score → triage → dashboard. We merge all three brief options into one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745" y="1828800"/>
            <a:ext cx="402003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DIFFERENTIATORS 1 &amp; 2: COHORTS + TWO-STAGE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The unknown cohort is 100% attack — "fits no baseline" is the signal.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2120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Behavioral cohorts replace per-identity baselines — a new pod inherits its cohort baseline instantly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Two-stage detection — recall-first ensemble (IsolationForest + ECOD), then cohort-aware suppression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Recall climbs 72% → 84% without giving back precision</a:t>
            </a:r>
          </a:p>
        </p:txBody>
      </p:sp>
      <p:pic>
        <p:nvPicPr>
          <p:cNvPr id="6" name="Picture 5" descr="cohort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474877"/>
            <a:ext cx="5577840" cy="3142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DIFFERENTIATOR 3: GRAPH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D1D1B"/>
                </a:solidFill>
                <a:latin typeface="Calibri"/>
              </a:rPr>
              <a:t>IdP login → AssumeRole → 3× S3 GetObject: one incident across two log sources. Time-windowing can't recover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graph_inci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936" y="1828800"/>
            <a:ext cx="681564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DIFFERENTIATOR 4: THE LLM TRIAGE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Analyst-ready narratives, not raw alerts.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2120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Returns validated structured JSON — intent, confidence, MITRE, disambiguation, guardrails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Strict schema + retry + cached → the demo never needs a network call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A triage agent that reasons over evidence, not a prose generator — 263 incidents, 100% MITRE coverage</a:t>
            </a:r>
          </a:p>
        </p:txBody>
      </p:sp>
      <p:pic>
        <p:nvPicPr>
          <p:cNvPr id="6" name="Picture 5" descr="mitre_frequ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626935"/>
            <a:ext cx="5577840" cy="28385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PROOF: WE BEAT EVERY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Precision is measured the way a SOC works the queue — top-down. precision@50 = 96%.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52120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Success criterion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Sentinel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Risk-scoring quality — precision@50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&gt; 75%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96% ✓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Detection coverage — recall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&gt; 70%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100% ✓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Noise reduction — alert reduction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≥ 40%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89% ✓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Correlation accuracy — V-measure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high-confidence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0.93 ✓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Risk calibration — predicted ≈ observed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well-calibrated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max err 0.016 ✓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precision_at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37350"/>
            <a:ext cx="5577840" cy="3817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PROOF: NOISE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9,857 raw events → 529 incidents to investigate. The SOC's actual workload drops 95%.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ert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871" y="1828800"/>
            <a:ext cx="742577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HONEST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Honest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"Isn't cohort=unknown just the label you injected?" — No. The score is label-free; confusability is enforced at generation; the only label touch is out-of-fold calibration.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"Precision is 68%, target was 75%." — That's the conservative high-recall band cut. The brief's metric is precision@K — we hit 96% @50 on the ranked queue.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"It's all synthetic." — Controlled, not faked. No public dataset has this ground truth; schemas are grounded field-by-field in real AWS / K8s / Okta. Reproducible at seed 1337, offline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11064240" cy="36576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E60028"/>
                </a:solidFill>
                <a:latin typeface="Calibri"/>
              </a:rPr>
              <a:t>Detect on context, not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1D1D1B"/>
                </a:solidFill>
                <a:latin typeface="Calibri"/>
              </a:rPr>
              <a:t>Ephemeral resources exist for minutes. Attackers need less. Sentinel catches them in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2976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E60028"/>
                </a:solidFill>
              </a:rPr>
              <a:t>▸  </a:t>
            </a:r>
            <a:r>
              <a:rPr sz="1400">
                <a:solidFill>
                  <a:srgbClr val="1D1D1B"/>
                </a:solidFill>
                <a:latin typeface="Calibri"/>
              </a:rPr>
              <a:t>Live demo: sentinel-rho-sooty.vercel.app/app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E60028"/>
                </a:solidFill>
              </a:rPr>
              <a:t>▸  </a:t>
            </a:r>
            <a:r>
              <a:rPr sz="1400">
                <a:solidFill>
                  <a:srgbClr val="1D1D1B"/>
                </a:solidFill>
                <a:latin typeface="Calibri"/>
              </a:rPr>
              <a:t>Repo: github.com/pavannaik2004/Sentinel · Video: add link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E60028"/>
                </a:solidFill>
              </a:rPr>
              <a:t>▸  </a:t>
            </a:r>
            <a:r>
              <a:rPr sz="1400">
                <a:solidFill>
                  <a:srgbClr val="1D1D1B"/>
                </a:solidFill>
                <a:latin typeface="Calibri"/>
              </a:rPr>
              <a:t>Measured: recall 72% → 100%, alerts −89%, precision@50 96%, V-measure 0.93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1156</Words>
  <Application>Microsoft Office PowerPoint</Application>
  <PresentationFormat>Widescreen</PresentationFormat>
  <Paragraphs>119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Naik</cp:lastModifiedBy>
  <cp:revision>2</cp:revision>
  <dcterms:created xsi:type="dcterms:W3CDTF">2013-01-27T09:14:16Z</dcterms:created>
  <dcterms:modified xsi:type="dcterms:W3CDTF">2026-06-21T18:17:43Z</dcterms:modified>
  <cp:category/>
</cp:coreProperties>
</file>