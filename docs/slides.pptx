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Sentinel is a near-real-time detection pipeline for the blind spot traditional security has — CI pods, spot instances, assumed-role sessions, gone before the daily scan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daily scan literally cannot see a pod that lived 11 minutes at 3 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four canonical incidents drive every design decision and every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your simulated attacks are trivially separable, your metrics prove nothing. This is the discipline most submissions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two real populations from our data. Most teams cheat by making attacks bigger or faster — we refuse that shortcut; confusability is enforced at generation time. PAUSE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order — we score AFTER clustering, never before. Three low-scoring events can be one high-risk incident together. Option A (ML+LLM) is the spine, B (statistics) the pre-filter, C (rules) the always-on tripwires.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Ephemeral identities have no history, so we baseline the cohort, not the identity. An identity that fits no cohort is itself the alarm.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chain unfolds over minutes and across CloudTrail + IdP. The entity graph links it; a time-window cluster cannot. Recall 84% → 100%, alerts −89%.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 is the last mile — it turns a scored incident into something an analyst can act on in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single most persuasive artifact — every row adds exactly one differentiator. Event-level precision dips at correlation by design; it is won back by ranking,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optimize the ranked queue an analyst works top-down, not a single global threshold. That is the brief's prescribed risk-quality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4,638 raw flags collapse to 529 correlated incidents — an 89% alert reduction. This is the alert-fatigue problem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wins trust. Volunteer the hard questions before the judges ask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demo — let the replay simulation show detection beating the next daily scan by 17.9 hours.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SOCIÉTÉ GÉNÉRALE HACKATHON  ·  CLOUD SECURITY GOVERNANCE &amp; RISK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965960"/>
            <a:ext cx="146304" cy="2194560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 i="0">
                <a:solidFill>
                  <a:srgbClr val="1D1D1B"/>
                </a:solidFill>
                <a:latin typeface="Calibri"/>
              </a:rPr>
              <a:t>Sentinel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200400"/>
            <a:ext cx="1042416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606060"/>
                </a:solidFill>
                <a:latin typeface="Calibri"/>
              </a:rPr>
              <a:t>Ephemeral Cloud &amp; Kubernetes Resource Risk Detection — catching risk in resources that live for minutes and vanish before a scan sees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4892040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60028"/>
                </a:solidFill>
                <a:latin typeface="Calibri"/>
              </a:rPr>
              <a:t>Track: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48920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1D1B"/>
                </a:solidFill>
                <a:latin typeface="Calibri"/>
              </a:rPr>
              <a:t>Cloud Security Governance &amp;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276088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60028"/>
                </a:solidFill>
                <a:latin typeface="Calibri"/>
              </a:rPr>
              <a:t>Live demo: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5276088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1D1B"/>
                </a:solidFill>
                <a:latin typeface="Calibri"/>
              </a:rPr>
              <a:t>sentinel-rho-sooty.vercel.app/app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660136"/>
            <a:ext cx="1645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E60028"/>
                </a:solidFill>
                <a:latin typeface="Calibri"/>
              </a:rPr>
              <a:t>Repo: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5660136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D1D1B"/>
                </a:solidFill>
                <a:latin typeface="Calibri"/>
              </a:rPr>
              <a:t>github.com/pavannaik2004/Sentinel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THE BLIND SPOT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Traditional security assumes stable assets. Ephemeral reality breaks every assumption.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97280" y="1828800"/>
          <a:ext cx="99669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83480"/>
                <a:gridCol w="4983480"/>
              </a:tblGrid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Traditional assumption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Ephemeral reality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Inventory synced daily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Assets exist for minutes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Alert maps to a durable resource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Resource gone before triage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Identities are long-lived, baselineable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Sessions have 15-min TTLs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Alert volume is manageable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Autoscaling floods thousands of look-alikes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FOUR REAL INCIDENTS, REAL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D1D1B"/>
                </a:solidFill>
                <a:latin typeface="Calibri"/>
              </a:rPr>
              <a:t>Four real incidents, real money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Crypto-mining via a compromised CI account — 20 spot VMs at 3 AM → $14k in 90 min, zero alerts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Debug pod with NodePort open to 0.0.0.0/0 — exploited in 11 minutes, then died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Assumed-role session reads PII from S3 — expired in 15 min, never linked to its Lambda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Autoscaler burst of 40 pods — 40 false alerts buried one real credential-abuse alert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WHY IT'S GENUINELY HARD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D1D1B"/>
                </a:solidFill>
                <a:latin typeface="Calibri"/>
              </a:rPr>
              <a:t>Every hard case is a pair of look-alikes: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40 pods in 2 minutes → autoscale or hijack?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Untagged spot VM, public IP → misconfigured CI or attacker staging?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Assumed-role hits S3 at 3 AM → scheduled Lambda or stolen credential?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At the event level, the attack and its benign twin are identical.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THE THESIS, IN ONE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Same burst rate (left). Only context separates them (right). Detect on context, not events.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nfus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199423"/>
            <a:ext cx="9052560" cy="36935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D1D1B"/>
                </a:solidFill>
                <a:latin typeface="Calibri"/>
              </a:rPr>
              <a:t>ingest → enrich → detect → cluster → score → triage → dashboard. We merge all three brief options into one pipeline.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0745" y="1828800"/>
            <a:ext cx="4020030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DIFFERENTIATORS 1 &amp; 2: COHORTS + TWO-STAGE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The unknown cohort is 100% attack — "fits no baseline" is the signal.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2120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Behavioral cohorts replace per-identity baselines — a new pod inherits its cohort baseline instantly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Two-stage detection — recall-first ensemble (IsolationForest + ECOD), then cohort-aware suppression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Recall climbs 72% → 84% without giving back precision</a:t>
            </a:r>
          </a:p>
        </p:txBody>
      </p:sp>
      <p:pic>
        <p:nvPicPr>
          <p:cNvPr id="6" name="Picture 5" descr="cohor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474877"/>
            <a:ext cx="5577840" cy="31426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DIFFERENTIATOR 3: GRAPH CORRELATION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D1D1B"/>
                </a:solidFill>
                <a:latin typeface="Calibri"/>
              </a:rPr>
              <a:t>IdP login → AssumeRole → 3× S3 GetObject: one incident across two log sources. Time-windowing can't recover this.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aph_incid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936" y="1828800"/>
            <a:ext cx="6815648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DIFFERENTIATOR 4: THE LLM TRIAGE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D1D1B"/>
                </a:solidFill>
                <a:latin typeface="Calibri"/>
              </a:rPr>
              <a:t>Analyst-ready narratives, not raw alerts.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21208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Returns validated structured JSON — intent, confidence, MITRE, disambiguation, guardrails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Strict schema + retry + cached → the demo never needs a network call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600" b="1">
                <a:solidFill>
                  <a:srgbClr val="E60028"/>
                </a:solidFill>
              </a:rPr>
              <a:t>▸  </a:t>
            </a:r>
            <a:r>
              <a:rPr sz="1600">
                <a:solidFill>
                  <a:srgbClr val="1D1D1B"/>
                </a:solidFill>
                <a:latin typeface="Calibri"/>
              </a:rPr>
              <a:t>A triage agent that reasons over evidence, not a prose generator — 263 incidents, 100% MITRE coverage</a:t>
            </a:r>
          </a:p>
        </p:txBody>
      </p:sp>
      <p:pic>
        <p:nvPicPr>
          <p:cNvPr id="6" name="Picture 5" descr="mitre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626935"/>
            <a:ext cx="5577840" cy="28385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THE PROOF: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Each differentiator earns its place. Recall → 100%, alerts → −89%.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097076"/>
            <a:ext cx="9052560" cy="38982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THE PROOF: WE BEAT EVERY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Precision is measured the way a SOC works the queue — top-down. precision@50 = 96%.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28800"/>
          <a:ext cx="5212079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281"/>
                <a:gridCol w="1250899"/>
                <a:gridCol w="125089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Success criterion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Sentinel</a:t>
                      </a:r>
                    </a:p>
                  </a:txBody>
                  <a:tcPr marL="109728" marR="73152" marT="36576" marB="36576" anchor="ctr">
                    <a:solidFill>
                      <a:srgbClr val="E6002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Risk-scoring quality — precision@50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&gt; 75%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96% ✓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Detection coverage — recall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&gt; 70%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100% ✓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Noise reduction — alert reduction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≥ 40%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89% ✓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Correlation accuracy — V-measure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high-confidence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0.93 ✓</a:t>
                      </a:r>
                    </a:p>
                  </a:txBody>
                  <a:tcPr marL="109728" marR="73152" marT="36576" marB="36576" anchor="ctr">
                    <a:solidFill>
                      <a:srgbClr val="F7F2F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Risk calibration — predicted ≈ observed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well-calibrated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1D1D1B"/>
                          </a:solidFill>
                          <a:latin typeface="Calibri"/>
                        </a:rPr>
                        <a:t>max err 0.016 ✓</a:t>
                      </a:r>
                    </a:p>
                  </a:txBody>
                  <a:tcPr marL="109728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icture 5" descr="precision_at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137350"/>
            <a:ext cx="5577840" cy="38177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THE PROOF: NOISE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D1D1B"/>
                </a:solidFill>
                <a:latin typeface="Calibri"/>
              </a:rPr>
              <a:t>9,857 raw events → 529 incidents to investigate. The SOC's actual workload drops 95%.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lert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871" y="1828800"/>
            <a:ext cx="7425778" cy="4434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HONEST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6424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1D1D1B"/>
                </a:solidFill>
                <a:latin typeface="Calibri"/>
              </a:rPr>
              <a:t>Honest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27632"/>
            <a:ext cx="11064240" cy="32004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"Isn't cohort=unknown just the label you injected?" — No. The score is label-free; confusability is enforced at generation; the only label touch is out-of-fold calibration.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"Precision is 68%, target was 75%." — That's the conservative high-recall band cut. The brief's metric is precision@K — we hit 96% @50 on the ranked queue.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800" b="1">
                <a:solidFill>
                  <a:srgbClr val="E60028"/>
                </a:solidFill>
              </a:rPr>
              <a:t>▸  </a:t>
            </a:r>
            <a:r>
              <a:rPr sz="1800">
                <a:solidFill>
                  <a:srgbClr val="1D1D1B"/>
                </a:solidFill>
                <a:latin typeface="Calibri"/>
              </a:rPr>
              <a:t>"It's all synthetic." — Controlled, not faked. No public dataset has this ground truth; schemas are grounded field-by-field in real AWS / K8s / Okta. Reproducible at seed 1337, offline demo.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01752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E60028"/>
                </a:solidFill>
                <a:latin typeface="Calibri"/>
              </a:rPr>
              <a:t>CLOSE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828800"/>
            <a:ext cx="11064240" cy="36576"/>
          </a:xfrm>
          <a:prstGeom prst="rect">
            <a:avLst/>
          </a:prstGeom>
          <a:solidFill>
            <a:srgbClr val="E6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03120"/>
            <a:ext cx="11064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E60028"/>
                </a:solidFill>
                <a:latin typeface="Calibri"/>
              </a:rPr>
              <a:t>Detect on context, not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91840"/>
            <a:ext cx="9966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
                  <a:srgbClr val="1D1D1B"/>
                </a:solidFill>
                <a:latin typeface="Calibri"/>
              </a:rPr>
              <a:t>Ephemeral resources exist for minutes. Attackers need less. Sentinel catches them in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429768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E60028"/>
                </a:solidFill>
              </a:rPr>
              <a:t>▸  </a:t>
            </a:r>
            <a:r>
              <a:rPr sz="1400">
                <a:solidFill>
                  <a:srgbClr val="1D1D1B"/>
                </a:solidFill>
                <a:latin typeface="Calibri"/>
              </a:rPr>
              <a:t>Live demo: sentinel-rho-sooty.vercel.app/app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E60028"/>
                </a:solidFill>
              </a:rPr>
              <a:t>▸  </a:t>
            </a:r>
            <a:r>
              <a:rPr sz="1400">
                <a:solidFill>
                  <a:srgbClr val="1D1D1B"/>
                </a:solidFill>
                <a:latin typeface="Calibri"/>
              </a:rPr>
              <a:t>Repo: github.com/pavannaik2004/Sentinel · Video: add link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400" b="1">
                <a:solidFill>
                  <a:srgbClr val="E60028"/>
                </a:solidFill>
              </a:rPr>
              <a:t>▸  </a:t>
            </a:r>
            <a:r>
              <a:rPr sz="1400">
                <a:solidFill>
                  <a:srgbClr val="1D1D1B"/>
                </a:solidFill>
                <a:latin typeface="Calibri"/>
              </a:rPr>
              <a:t>Measured: recall 72% → 100%, alerts −89%, precision@50 96%, V-measure 0.93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37376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B0B0B0"/>
                </a:solidFill>
                <a:latin typeface="Calibri"/>
              </a:rPr>
              <a:t>Sentinel  ·  Société Générale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3737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B0B0B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